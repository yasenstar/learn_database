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701"/>
  </p:normalViewPr>
  <p:slideViewPr>
    <p:cSldViewPr>
      <p:cViewPr varScale="1">
        <p:scale>
          <a:sx n="105" d="100"/>
          <a:sy n="105" d="100"/>
        </p:scale>
        <p:origin x="1056" y="302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88E34-8C8C-8747-BADB-40E1ACC00129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E5FCA-B2DD-C941-A2C1-6389394334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E5FCA-B2DD-C941-A2C1-6389394334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24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7" y="2441448"/>
            <a:ext cx="10972800" cy="304495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anchor="t"/>
          <a:lstStyle>
            <a:lvl1pPr algn="l">
              <a:lnSpc>
                <a:spcPct val="100000"/>
              </a:lnSpc>
              <a:defRPr sz="2800" cap="none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4232475"/>
            <a:ext cx="5775960" cy="333945"/>
          </a:xfrm>
        </p:spPr>
        <p:txBody>
          <a:bodyPr/>
          <a:lstStyle>
            <a:lvl1pPr marL="0" indent="0">
              <a:buNone/>
              <a:defRPr sz="1800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”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5157787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2871216"/>
            <a:ext cx="5183188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67CE0B-D777-DF7A-6E3D-6CB0E107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58" y="1647434"/>
            <a:ext cx="6705342" cy="47823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90600"/>
            <a:ext cx="7690104" cy="1828800"/>
          </a:xfrm>
        </p:spPr>
        <p:txBody>
          <a:bodyPr anchor="ctr"/>
          <a:lstStyle/>
          <a:p>
            <a:r>
              <a:rPr lang="en-US" cap="none" dirty="0">
                <a:solidFill>
                  <a:schemeClr val="accent5">
                    <a:lumMod val="75000"/>
                  </a:schemeClr>
                </a:solidFill>
              </a:rPr>
              <a:t>Quick Start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0" y="2819400"/>
            <a:ext cx="4413504" cy="3361944"/>
          </a:xfrm>
        </p:spPr>
        <p:txBody>
          <a:bodyPr anchor="ctr"/>
          <a:lstStyle/>
          <a:p>
            <a:pPr algn="ctr"/>
            <a:r>
              <a:rPr lang="en-US" sz="4400" i="1" dirty="0">
                <a:solidFill>
                  <a:schemeClr val="accent5">
                    <a:lumMod val="75000"/>
                  </a:schemeClr>
                </a:solidFill>
              </a:rPr>
              <a:t>Open-Source In-Process Vector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8E9BD-2B83-40A8-2D62-002E2A450E2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3200400" cy="147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8A433A-88D7-3231-7046-AD226DD3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AC7883-A5F2-1D39-3FDB-5B5CFBD380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7EBD9-D7B7-D122-0D76-F7B3DCF1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0" y="12153"/>
            <a:ext cx="4409440" cy="749847"/>
          </a:xfrm>
        </p:spPr>
        <p:txBody>
          <a:bodyPr anchor="ctr"/>
          <a:lstStyle/>
          <a:p>
            <a:r>
              <a:rPr lang="en-US" sz="2400" dirty="0"/>
              <a:t>Zvec Quick Start - </a:t>
            </a:r>
            <a:r>
              <a:rPr lang="en-US" sz="5400" dirty="0"/>
              <a:t>01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FC1A8-883B-FD7B-E8ED-78CCECE5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7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4C371580-6163-46D2-96AA-0DCC330A1B9A}" vid="{FC8D8AFF-D381-4C29-B9DC-A81BA0CD1B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4FA603-F875-4A03-93C9-402691CFAD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21B937-7172-47A3-B8EF-010B04CBBB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CCC5ED-FDC5-47FC-8E7E-D334979F14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Droplet design</Template>
  <TotalTime>1147</TotalTime>
  <Words>14</Words>
  <Application>Microsoft Office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Quick Start</vt:lpstr>
      <vt:lpstr>Installation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4</cp:revision>
  <dcterms:created xsi:type="dcterms:W3CDTF">2026-02-23T06:18:28Z</dcterms:created>
  <dcterms:modified xsi:type="dcterms:W3CDTF">2026-02-24T01:43:30Z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2026-02-23T06:35:53Z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92c2f7a9-9d0c-490f-833a-a97f70b767a5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